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56" r:id="rId2"/>
    <p:sldId id="257" r:id="rId3"/>
    <p:sldId id="259" r:id="rId4"/>
    <p:sldId id="260" r:id="rId5"/>
    <p:sldId id="263" r:id="rId6"/>
    <p:sldId id="264" r:id="rId7"/>
    <p:sldId id="267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7" y="4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DC0B3C-1249-473E-B4B4-E2FE2749799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388FEA-5D79-44E4-9688-863D73A5B9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Employer:</a:t>
          </a:r>
        </a:p>
      </dgm:t>
    </dgm:pt>
    <dgm:pt modelId="{6A50D4B3-ECEE-43FE-A675-9F4802298FAB}" type="parTrans" cxnId="{2724BC50-2137-4539-953B-9E6DB9C0EBF9}">
      <dgm:prSet/>
      <dgm:spPr/>
      <dgm:t>
        <a:bodyPr/>
        <a:lstStyle/>
        <a:p>
          <a:endParaRPr lang="en-US"/>
        </a:p>
      </dgm:t>
    </dgm:pt>
    <dgm:pt modelId="{12A9D943-FA0A-444A-9FA2-6F9415A9AD55}" type="sibTrans" cxnId="{2724BC50-2137-4539-953B-9E6DB9C0EBF9}">
      <dgm:prSet/>
      <dgm:spPr/>
      <dgm:t>
        <a:bodyPr/>
        <a:lstStyle/>
        <a:p>
          <a:endParaRPr lang="en-US"/>
        </a:p>
      </dgm:t>
    </dgm:pt>
    <dgm:pt modelId="{F29E5EFF-286D-47B2-947E-7A695E9D76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Dashboard</a:t>
          </a:r>
        </a:p>
        <a:p>
          <a:pPr>
            <a:lnSpc>
              <a:spcPct val="100000"/>
            </a:lnSpc>
          </a:pPr>
          <a:r>
            <a:rPr lang="en-US"/>
            <a:t>Employer List and Applicant list</a:t>
          </a:r>
          <a:endParaRPr lang="en-US" dirty="0"/>
        </a:p>
        <a:p>
          <a:pPr>
            <a:lnSpc>
              <a:spcPct val="100000"/>
            </a:lnSpc>
          </a:pPr>
          <a:r>
            <a:rPr lang="en-US" dirty="0"/>
            <a:t>Employer Profile Pages</a:t>
          </a:r>
        </a:p>
        <a:p>
          <a:pPr>
            <a:lnSpc>
              <a:spcPct val="100000"/>
            </a:lnSpc>
          </a:pPr>
          <a:r>
            <a:rPr lang="en-US" dirty="0"/>
            <a:t>Job List</a:t>
          </a:r>
        </a:p>
        <a:p>
          <a:pPr>
            <a:lnSpc>
              <a:spcPct val="100000"/>
            </a:lnSpc>
          </a:pPr>
          <a:r>
            <a:rPr lang="en-US" dirty="0"/>
            <a:t>Application Page</a:t>
          </a:r>
        </a:p>
      </dgm:t>
    </dgm:pt>
    <dgm:pt modelId="{95765007-6606-4BE2-9BFC-A19DEA060F5D}" type="parTrans" cxnId="{575CFD48-A890-429C-A174-2EADDFAEA8A7}">
      <dgm:prSet/>
      <dgm:spPr/>
      <dgm:t>
        <a:bodyPr/>
        <a:lstStyle/>
        <a:p>
          <a:endParaRPr lang="en-US"/>
        </a:p>
      </dgm:t>
    </dgm:pt>
    <dgm:pt modelId="{0423A986-3E84-4556-83F9-89646FE2F5BF}" type="sibTrans" cxnId="{575CFD48-A890-429C-A174-2EADDFAEA8A7}">
      <dgm:prSet/>
      <dgm:spPr/>
      <dgm:t>
        <a:bodyPr/>
        <a:lstStyle/>
        <a:p>
          <a:endParaRPr lang="en-US"/>
        </a:p>
      </dgm:t>
    </dgm:pt>
    <dgm:pt modelId="{8C1B71A1-2225-44E3-8EB3-7EF945DB53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Freelancer:</a:t>
          </a:r>
        </a:p>
      </dgm:t>
    </dgm:pt>
    <dgm:pt modelId="{EA0F56A7-62A7-4CB2-AA2D-CEF4772192E8}" type="parTrans" cxnId="{C4F410BE-95CB-4305-8717-044D0AB8F61C}">
      <dgm:prSet/>
      <dgm:spPr/>
      <dgm:t>
        <a:bodyPr/>
        <a:lstStyle/>
        <a:p>
          <a:endParaRPr lang="en-US"/>
        </a:p>
      </dgm:t>
    </dgm:pt>
    <dgm:pt modelId="{7F52A8C9-322A-4C37-A371-DF50F4FD9BCE}" type="sibTrans" cxnId="{C4F410BE-95CB-4305-8717-044D0AB8F61C}">
      <dgm:prSet/>
      <dgm:spPr/>
      <dgm:t>
        <a:bodyPr/>
        <a:lstStyle/>
        <a:p>
          <a:endParaRPr lang="en-US"/>
        </a:p>
      </dgm:t>
    </dgm:pt>
    <dgm:pt modelId="{6AB55872-8A65-4349-BF1C-C9808BA701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Dashboard</a:t>
          </a:r>
        </a:p>
        <a:p>
          <a:pPr>
            <a:lnSpc>
              <a:spcPct val="100000"/>
            </a:lnSpc>
          </a:pPr>
          <a:r>
            <a:rPr lang="en-US" dirty="0"/>
            <a:t>Job List</a:t>
          </a:r>
        </a:p>
        <a:p>
          <a:pPr>
            <a:lnSpc>
              <a:spcPct val="100000"/>
            </a:lnSpc>
          </a:pPr>
          <a:r>
            <a:rPr lang="en-US" dirty="0"/>
            <a:t>Employer List</a:t>
          </a:r>
        </a:p>
      </dgm:t>
    </dgm:pt>
    <dgm:pt modelId="{31F77884-45DC-4449-ADF7-87405247797A}" type="parTrans" cxnId="{37E80AFE-D36E-4353-993A-23327B8A91DA}">
      <dgm:prSet/>
      <dgm:spPr/>
      <dgm:t>
        <a:bodyPr/>
        <a:lstStyle/>
        <a:p>
          <a:endParaRPr lang="en-US"/>
        </a:p>
      </dgm:t>
    </dgm:pt>
    <dgm:pt modelId="{B7799D84-CBBF-4EF0-A15F-EC616C5C2876}" type="sibTrans" cxnId="{37E80AFE-D36E-4353-993A-23327B8A91DA}">
      <dgm:prSet/>
      <dgm:spPr/>
      <dgm:t>
        <a:bodyPr/>
        <a:lstStyle/>
        <a:p>
          <a:endParaRPr lang="en-US"/>
        </a:p>
      </dgm:t>
    </dgm:pt>
    <dgm:pt modelId="{837A48E8-79D0-443C-BB89-774DD92CA2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Access to Employer’s contact page</a:t>
          </a:r>
        </a:p>
      </dgm:t>
    </dgm:pt>
    <dgm:pt modelId="{762CD755-8CB9-4B3F-A52C-FD5A936CD257}" type="parTrans" cxnId="{C31638F4-841A-4625-A8B2-C447B1CC6308}">
      <dgm:prSet/>
      <dgm:spPr/>
      <dgm:t>
        <a:bodyPr/>
        <a:lstStyle/>
        <a:p>
          <a:endParaRPr lang="en-US"/>
        </a:p>
      </dgm:t>
    </dgm:pt>
    <dgm:pt modelId="{D2C50040-3FE7-4A24-9378-A8F8DF2E4DE1}" type="sibTrans" cxnId="{C31638F4-841A-4625-A8B2-C447B1CC6308}">
      <dgm:prSet/>
      <dgm:spPr/>
      <dgm:t>
        <a:bodyPr/>
        <a:lstStyle/>
        <a:p>
          <a:endParaRPr lang="en-US"/>
        </a:p>
      </dgm:t>
    </dgm:pt>
    <dgm:pt modelId="{1FB22561-04C2-4C1A-869D-C10A91D569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Admin:</a:t>
          </a:r>
        </a:p>
      </dgm:t>
    </dgm:pt>
    <dgm:pt modelId="{08E1A9D5-5963-4727-983F-F259D7CE3889}" type="parTrans" cxnId="{14EE43DF-CF76-4A2A-9DC5-12962C97E3E7}">
      <dgm:prSet/>
      <dgm:spPr/>
      <dgm:t>
        <a:bodyPr/>
        <a:lstStyle/>
        <a:p>
          <a:endParaRPr lang="en-US"/>
        </a:p>
      </dgm:t>
    </dgm:pt>
    <dgm:pt modelId="{46227607-7709-4BCA-AEC8-1416366E22B4}" type="sibTrans" cxnId="{14EE43DF-CF76-4A2A-9DC5-12962C97E3E7}">
      <dgm:prSet/>
      <dgm:spPr/>
      <dgm:t>
        <a:bodyPr/>
        <a:lstStyle/>
        <a:p>
          <a:endParaRPr lang="en-US"/>
        </a:p>
      </dgm:t>
    </dgm:pt>
    <dgm:pt modelId="{27E3381B-B37E-4135-B9AC-654FD7C336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All other users functionalities</a:t>
          </a:r>
        </a:p>
        <a:p>
          <a:pPr>
            <a:lnSpc>
              <a:spcPct val="100000"/>
            </a:lnSpc>
          </a:pPr>
          <a:r>
            <a:rPr lang="en-US" dirty="0"/>
            <a:t>Detailed Lists with Ids and Password</a:t>
          </a:r>
        </a:p>
        <a:p>
          <a:pPr>
            <a:lnSpc>
              <a:spcPct val="100000"/>
            </a:lnSpc>
          </a:pPr>
          <a:r>
            <a:rPr lang="en-US" dirty="0"/>
            <a:t>Edit / Delete Data</a:t>
          </a:r>
        </a:p>
      </dgm:t>
    </dgm:pt>
    <dgm:pt modelId="{F934A43B-D755-4406-AD50-8655F3EDAFC0}" type="parTrans" cxnId="{98089FA0-C1A9-413D-804F-EDF2A5EA9A6E}">
      <dgm:prSet/>
      <dgm:spPr/>
      <dgm:t>
        <a:bodyPr/>
        <a:lstStyle/>
        <a:p>
          <a:endParaRPr lang="en-US"/>
        </a:p>
      </dgm:t>
    </dgm:pt>
    <dgm:pt modelId="{BA86BC10-A3BC-47BB-A115-0E128C3DCD07}" type="sibTrans" cxnId="{98089FA0-C1A9-413D-804F-EDF2A5EA9A6E}">
      <dgm:prSet/>
      <dgm:spPr/>
      <dgm:t>
        <a:bodyPr/>
        <a:lstStyle/>
        <a:p>
          <a:endParaRPr lang="en-US"/>
        </a:p>
      </dgm:t>
    </dgm:pt>
    <dgm:pt modelId="{99D86EDF-2526-459E-8E3E-92E6D47C0809}" type="pres">
      <dgm:prSet presAssocID="{50DC0B3C-1249-473E-B4B4-E2FE27497990}" presName="root" presStyleCnt="0">
        <dgm:presLayoutVars>
          <dgm:dir/>
          <dgm:resizeHandles val="exact"/>
        </dgm:presLayoutVars>
      </dgm:prSet>
      <dgm:spPr/>
    </dgm:pt>
    <dgm:pt modelId="{F49856CD-3404-4F34-9DB4-373A7685103F}" type="pres">
      <dgm:prSet presAssocID="{05388FEA-5D79-44E4-9688-863D73A5B971}" presName="compNode" presStyleCnt="0"/>
      <dgm:spPr/>
    </dgm:pt>
    <dgm:pt modelId="{E94BA995-6FEC-4C32-A4E5-6CB259E29055}" type="pres">
      <dgm:prSet presAssocID="{05388FEA-5D79-44E4-9688-863D73A5B971}" presName="bgRect" presStyleLbl="bgShp" presStyleIdx="0" presStyleCnt="3"/>
      <dgm:spPr/>
    </dgm:pt>
    <dgm:pt modelId="{50C30A91-4C2D-47B0-88B7-2C98E17C5EA5}" type="pres">
      <dgm:prSet presAssocID="{05388FEA-5D79-44E4-9688-863D73A5B97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B48AEB57-73E0-40B0-ABDF-4D20ED0E9053}" type="pres">
      <dgm:prSet presAssocID="{05388FEA-5D79-44E4-9688-863D73A5B971}" presName="spaceRect" presStyleCnt="0"/>
      <dgm:spPr/>
    </dgm:pt>
    <dgm:pt modelId="{2D2DB301-0D3D-48AC-A056-2F69CD70E39B}" type="pres">
      <dgm:prSet presAssocID="{05388FEA-5D79-44E4-9688-863D73A5B971}" presName="parTx" presStyleLbl="revTx" presStyleIdx="0" presStyleCnt="6">
        <dgm:presLayoutVars>
          <dgm:chMax val="0"/>
          <dgm:chPref val="0"/>
        </dgm:presLayoutVars>
      </dgm:prSet>
      <dgm:spPr/>
    </dgm:pt>
    <dgm:pt modelId="{14D7610F-EF01-4880-8BD5-7BCB7F5204EA}" type="pres">
      <dgm:prSet presAssocID="{05388FEA-5D79-44E4-9688-863D73A5B971}" presName="desTx" presStyleLbl="revTx" presStyleIdx="1" presStyleCnt="6">
        <dgm:presLayoutVars/>
      </dgm:prSet>
      <dgm:spPr/>
    </dgm:pt>
    <dgm:pt modelId="{D441E870-BFC1-4525-9A93-1D51745BFD57}" type="pres">
      <dgm:prSet presAssocID="{12A9D943-FA0A-444A-9FA2-6F9415A9AD55}" presName="sibTrans" presStyleCnt="0"/>
      <dgm:spPr/>
    </dgm:pt>
    <dgm:pt modelId="{1715B026-B7DC-40DD-B8C2-97B28C6C1F07}" type="pres">
      <dgm:prSet presAssocID="{8C1B71A1-2225-44E3-8EB3-7EF945DB53F4}" presName="compNode" presStyleCnt="0"/>
      <dgm:spPr/>
    </dgm:pt>
    <dgm:pt modelId="{4623C154-7B14-4953-AEF4-153252886ABE}" type="pres">
      <dgm:prSet presAssocID="{8C1B71A1-2225-44E3-8EB3-7EF945DB53F4}" presName="bgRect" presStyleLbl="bgShp" presStyleIdx="1" presStyleCnt="3"/>
      <dgm:spPr/>
    </dgm:pt>
    <dgm:pt modelId="{21BBC0A0-4F5C-49BB-9455-F65BD51B1EAF}" type="pres">
      <dgm:prSet presAssocID="{8C1B71A1-2225-44E3-8EB3-7EF945DB53F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envelope"/>
        </a:ext>
      </dgm:extLst>
    </dgm:pt>
    <dgm:pt modelId="{FEF859E5-100C-4C16-8BEA-3ED0942F7880}" type="pres">
      <dgm:prSet presAssocID="{8C1B71A1-2225-44E3-8EB3-7EF945DB53F4}" presName="spaceRect" presStyleCnt="0"/>
      <dgm:spPr/>
    </dgm:pt>
    <dgm:pt modelId="{7A88A4AE-CA44-470C-919C-7B276EB9EEC7}" type="pres">
      <dgm:prSet presAssocID="{8C1B71A1-2225-44E3-8EB3-7EF945DB53F4}" presName="parTx" presStyleLbl="revTx" presStyleIdx="2" presStyleCnt="6">
        <dgm:presLayoutVars>
          <dgm:chMax val="0"/>
          <dgm:chPref val="0"/>
        </dgm:presLayoutVars>
      </dgm:prSet>
      <dgm:spPr/>
    </dgm:pt>
    <dgm:pt modelId="{7AA50111-C561-46E8-8402-F7A6C641D18F}" type="pres">
      <dgm:prSet presAssocID="{8C1B71A1-2225-44E3-8EB3-7EF945DB53F4}" presName="desTx" presStyleLbl="revTx" presStyleIdx="3" presStyleCnt="6">
        <dgm:presLayoutVars/>
      </dgm:prSet>
      <dgm:spPr/>
    </dgm:pt>
    <dgm:pt modelId="{28D8EFA3-50F4-454D-960C-53A3623F9457}" type="pres">
      <dgm:prSet presAssocID="{7F52A8C9-322A-4C37-A371-DF50F4FD9BCE}" presName="sibTrans" presStyleCnt="0"/>
      <dgm:spPr/>
    </dgm:pt>
    <dgm:pt modelId="{AF974184-44E6-4F73-924E-914EA57660A4}" type="pres">
      <dgm:prSet presAssocID="{1FB22561-04C2-4C1A-869D-C10A91D56959}" presName="compNode" presStyleCnt="0"/>
      <dgm:spPr/>
    </dgm:pt>
    <dgm:pt modelId="{BC61CF2B-73BF-4769-9D5D-19CB62FD9446}" type="pres">
      <dgm:prSet presAssocID="{1FB22561-04C2-4C1A-869D-C10A91D56959}" presName="bgRect" presStyleLbl="bgShp" presStyleIdx="2" presStyleCnt="3"/>
      <dgm:spPr/>
    </dgm:pt>
    <dgm:pt modelId="{E357F7A6-D543-4726-AE68-A0C272EE1016}" type="pres">
      <dgm:prSet presAssocID="{1FB22561-04C2-4C1A-869D-C10A91D5695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1451B8C-3709-4A36-822A-18C8A42D160E}" type="pres">
      <dgm:prSet presAssocID="{1FB22561-04C2-4C1A-869D-C10A91D56959}" presName="spaceRect" presStyleCnt="0"/>
      <dgm:spPr/>
    </dgm:pt>
    <dgm:pt modelId="{6EE597E8-F614-4475-9C66-68DC64D4A0F2}" type="pres">
      <dgm:prSet presAssocID="{1FB22561-04C2-4C1A-869D-C10A91D56959}" presName="parTx" presStyleLbl="revTx" presStyleIdx="4" presStyleCnt="6">
        <dgm:presLayoutVars>
          <dgm:chMax val="0"/>
          <dgm:chPref val="0"/>
        </dgm:presLayoutVars>
      </dgm:prSet>
      <dgm:spPr/>
    </dgm:pt>
    <dgm:pt modelId="{653B5073-B2D3-47A2-9D15-AB93414E6803}" type="pres">
      <dgm:prSet presAssocID="{1FB22561-04C2-4C1A-869D-C10A91D56959}" presName="desTx" presStyleLbl="revTx" presStyleIdx="5" presStyleCnt="6">
        <dgm:presLayoutVars/>
      </dgm:prSet>
      <dgm:spPr/>
    </dgm:pt>
  </dgm:ptLst>
  <dgm:cxnLst>
    <dgm:cxn modelId="{73821307-3B8E-4016-9971-F02FFEF2E9E1}" type="presOf" srcId="{F29E5EFF-286D-47B2-947E-7A695E9D7631}" destId="{14D7610F-EF01-4880-8BD5-7BCB7F5204EA}" srcOrd="0" destOrd="0" presId="urn:microsoft.com/office/officeart/2018/2/layout/IconVerticalSolidList"/>
    <dgm:cxn modelId="{282B761B-5475-42D3-BB59-05C5A844B65A}" type="presOf" srcId="{837A48E8-79D0-443C-BB89-774DD92CA202}" destId="{7AA50111-C561-46E8-8402-F7A6C641D18F}" srcOrd="0" destOrd="1" presId="urn:microsoft.com/office/officeart/2018/2/layout/IconVerticalSolidList"/>
    <dgm:cxn modelId="{565CEC36-F820-422B-ABF6-0BC7469AD643}" type="presOf" srcId="{1FB22561-04C2-4C1A-869D-C10A91D56959}" destId="{6EE597E8-F614-4475-9C66-68DC64D4A0F2}" srcOrd="0" destOrd="0" presId="urn:microsoft.com/office/officeart/2018/2/layout/IconVerticalSolidList"/>
    <dgm:cxn modelId="{4E5AD747-5608-4C21-9E30-9EC05EE2355D}" type="presOf" srcId="{27E3381B-B37E-4135-B9AC-654FD7C33610}" destId="{653B5073-B2D3-47A2-9D15-AB93414E6803}" srcOrd="0" destOrd="0" presId="urn:microsoft.com/office/officeart/2018/2/layout/IconVerticalSolidList"/>
    <dgm:cxn modelId="{575CFD48-A890-429C-A174-2EADDFAEA8A7}" srcId="{05388FEA-5D79-44E4-9688-863D73A5B971}" destId="{F29E5EFF-286D-47B2-947E-7A695E9D7631}" srcOrd="0" destOrd="0" parTransId="{95765007-6606-4BE2-9BFC-A19DEA060F5D}" sibTransId="{0423A986-3E84-4556-83F9-89646FE2F5BF}"/>
    <dgm:cxn modelId="{42D7DC4D-53EE-4C49-8965-768FC47A51CC}" type="presOf" srcId="{05388FEA-5D79-44E4-9688-863D73A5B971}" destId="{2D2DB301-0D3D-48AC-A056-2F69CD70E39B}" srcOrd="0" destOrd="0" presId="urn:microsoft.com/office/officeart/2018/2/layout/IconVerticalSolidList"/>
    <dgm:cxn modelId="{2724BC50-2137-4539-953B-9E6DB9C0EBF9}" srcId="{50DC0B3C-1249-473E-B4B4-E2FE27497990}" destId="{05388FEA-5D79-44E4-9688-863D73A5B971}" srcOrd="0" destOrd="0" parTransId="{6A50D4B3-ECEE-43FE-A675-9F4802298FAB}" sibTransId="{12A9D943-FA0A-444A-9FA2-6F9415A9AD55}"/>
    <dgm:cxn modelId="{0AB77F82-48E3-426B-AB1E-DBEA8DA42102}" type="presOf" srcId="{6AB55872-8A65-4349-BF1C-C9808BA701B2}" destId="{7AA50111-C561-46E8-8402-F7A6C641D18F}" srcOrd="0" destOrd="0" presId="urn:microsoft.com/office/officeart/2018/2/layout/IconVerticalSolidList"/>
    <dgm:cxn modelId="{37EE1986-8E7B-44AB-83ED-8F42C7B612EC}" type="presOf" srcId="{8C1B71A1-2225-44E3-8EB3-7EF945DB53F4}" destId="{7A88A4AE-CA44-470C-919C-7B276EB9EEC7}" srcOrd="0" destOrd="0" presId="urn:microsoft.com/office/officeart/2018/2/layout/IconVerticalSolidList"/>
    <dgm:cxn modelId="{98089FA0-C1A9-413D-804F-EDF2A5EA9A6E}" srcId="{1FB22561-04C2-4C1A-869D-C10A91D56959}" destId="{27E3381B-B37E-4135-B9AC-654FD7C33610}" srcOrd="0" destOrd="0" parTransId="{F934A43B-D755-4406-AD50-8655F3EDAFC0}" sibTransId="{BA86BC10-A3BC-47BB-A115-0E128C3DCD07}"/>
    <dgm:cxn modelId="{C4F410BE-95CB-4305-8717-044D0AB8F61C}" srcId="{50DC0B3C-1249-473E-B4B4-E2FE27497990}" destId="{8C1B71A1-2225-44E3-8EB3-7EF945DB53F4}" srcOrd="1" destOrd="0" parTransId="{EA0F56A7-62A7-4CB2-AA2D-CEF4772192E8}" sibTransId="{7F52A8C9-322A-4C37-A371-DF50F4FD9BCE}"/>
    <dgm:cxn modelId="{14EE43DF-CF76-4A2A-9DC5-12962C97E3E7}" srcId="{50DC0B3C-1249-473E-B4B4-E2FE27497990}" destId="{1FB22561-04C2-4C1A-869D-C10A91D56959}" srcOrd="2" destOrd="0" parTransId="{08E1A9D5-5963-4727-983F-F259D7CE3889}" sibTransId="{46227607-7709-4BCA-AEC8-1416366E22B4}"/>
    <dgm:cxn modelId="{1E3F57E5-7480-41F8-9739-9A82C887215B}" type="presOf" srcId="{50DC0B3C-1249-473E-B4B4-E2FE27497990}" destId="{99D86EDF-2526-459E-8E3E-92E6D47C0809}" srcOrd="0" destOrd="0" presId="urn:microsoft.com/office/officeart/2018/2/layout/IconVerticalSolidList"/>
    <dgm:cxn modelId="{C31638F4-841A-4625-A8B2-C447B1CC6308}" srcId="{8C1B71A1-2225-44E3-8EB3-7EF945DB53F4}" destId="{837A48E8-79D0-443C-BB89-774DD92CA202}" srcOrd="1" destOrd="0" parTransId="{762CD755-8CB9-4B3F-A52C-FD5A936CD257}" sibTransId="{D2C50040-3FE7-4A24-9378-A8F8DF2E4DE1}"/>
    <dgm:cxn modelId="{37E80AFE-D36E-4353-993A-23327B8A91DA}" srcId="{8C1B71A1-2225-44E3-8EB3-7EF945DB53F4}" destId="{6AB55872-8A65-4349-BF1C-C9808BA701B2}" srcOrd="0" destOrd="0" parTransId="{31F77884-45DC-4449-ADF7-87405247797A}" sibTransId="{B7799D84-CBBF-4EF0-A15F-EC616C5C2876}"/>
    <dgm:cxn modelId="{2F662226-D751-4FD1-9270-F267ED97B23E}" type="presParOf" srcId="{99D86EDF-2526-459E-8E3E-92E6D47C0809}" destId="{F49856CD-3404-4F34-9DB4-373A7685103F}" srcOrd="0" destOrd="0" presId="urn:microsoft.com/office/officeart/2018/2/layout/IconVerticalSolidList"/>
    <dgm:cxn modelId="{BCFFBAFD-A495-4B60-B5E1-5F5E197706BD}" type="presParOf" srcId="{F49856CD-3404-4F34-9DB4-373A7685103F}" destId="{E94BA995-6FEC-4C32-A4E5-6CB259E29055}" srcOrd="0" destOrd="0" presId="urn:microsoft.com/office/officeart/2018/2/layout/IconVerticalSolidList"/>
    <dgm:cxn modelId="{2FC2D128-0912-493E-B99A-B89E29F62C13}" type="presParOf" srcId="{F49856CD-3404-4F34-9DB4-373A7685103F}" destId="{50C30A91-4C2D-47B0-88B7-2C98E17C5EA5}" srcOrd="1" destOrd="0" presId="urn:microsoft.com/office/officeart/2018/2/layout/IconVerticalSolidList"/>
    <dgm:cxn modelId="{5E9058BC-5470-4984-8FF8-A6DF21FC4AE4}" type="presParOf" srcId="{F49856CD-3404-4F34-9DB4-373A7685103F}" destId="{B48AEB57-73E0-40B0-ABDF-4D20ED0E9053}" srcOrd="2" destOrd="0" presId="urn:microsoft.com/office/officeart/2018/2/layout/IconVerticalSolidList"/>
    <dgm:cxn modelId="{5CD59475-05A6-4833-B121-545DBA07F619}" type="presParOf" srcId="{F49856CD-3404-4F34-9DB4-373A7685103F}" destId="{2D2DB301-0D3D-48AC-A056-2F69CD70E39B}" srcOrd="3" destOrd="0" presId="urn:microsoft.com/office/officeart/2018/2/layout/IconVerticalSolidList"/>
    <dgm:cxn modelId="{1CD0322C-FFD6-429E-9F26-49A31742653F}" type="presParOf" srcId="{F49856CD-3404-4F34-9DB4-373A7685103F}" destId="{14D7610F-EF01-4880-8BD5-7BCB7F5204EA}" srcOrd="4" destOrd="0" presId="urn:microsoft.com/office/officeart/2018/2/layout/IconVerticalSolidList"/>
    <dgm:cxn modelId="{D32CDA5B-31E0-4DA4-9E61-3BCD489318B2}" type="presParOf" srcId="{99D86EDF-2526-459E-8E3E-92E6D47C0809}" destId="{D441E870-BFC1-4525-9A93-1D51745BFD57}" srcOrd="1" destOrd="0" presId="urn:microsoft.com/office/officeart/2018/2/layout/IconVerticalSolidList"/>
    <dgm:cxn modelId="{4B8D8641-2C78-47B4-9BF8-1A0707ED993D}" type="presParOf" srcId="{99D86EDF-2526-459E-8E3E-92E6D47C0809}" destId="{1715B026-B7DC-40DD-B8C2-97B28C6C1F07}" srcOrd="2" destOrd="0" presId="urn:microsoft.com/office/officeart/2018/2/layout/IconVerticalSolidList"/>
    <dgm:cxn modelId="{28413813-4C09-4DB8-B8E4-5CA57B139A66}" type="presParOf" srcId="{1715B026-B7DC-40DD-B8C2-97B28C6C1F07}" destId="{4623C154-7B14-4953-AEF4-153252886ABE}" srcOrd="0" destOrd="0" presId="urn:microsoft.com/office/officeart/2018/2/layout/IconVerticalSolidList"/>
    <dgm:cxn modelId="{A48A53D9-DC67-4634-96FD-85225E68ADCC}" type="presParOf" srcId="{1715B026-B7DC-40DD-B8C2-97B28C6C1F07}" destId="{21BBC0A0-4F5C-49BB-9455-F65BD51B1EAF}" srcOrd="1" destOrd="0" presId="urn:microsoft.com/office/officeart/2018/2/layout/IconVerticalSolidList"/>
    <dgm:cxn modelId="{0EDACD35-96A9-4D2A-B653-55968A2E4DA9}" type="presParOf" srcId="{1715B026-B7DC-40DD-B8C2-97B28C6C1F07}" destId="{FEF859E5-100C-4C16-8BEA-3ED0942F7880}" srcOrd="2" destOrd="0" presId="urn:microsoft.com/office/officeart/2018/2/layout/IconVerticalSolidList"/>
    <dgm:cxn modelId="{3E3CDD6C-F548-4BDB-A87A-97AFDC85FD35}" type="presParOf" srcId="{1715B026-B7DC-40DD-B8C2-97B28C6C1F07}" destId="{7A88A4AE-CA44-470C-919C-7B276EB9EEC7}" srcOrd="3" destOrd="0" presId="urn:microsoft.com/office/officeart/2018/2/layout/IconVerticalSolidList"/>
    <dgm:cxn modelId="{5F480F48-4EDE-4852-8A49-1B418B4170DC}" type="presParOf" srcId="{1715B026-B7DC-40DD-B8C2-97B28C6C1F07}" destId="{7AA50111-C561-46E8-8402-F7A6C641D18F}" srcOrd="4" destOrd="0" presId="urn:microsoft.com/office/officeart/2018/2/layout/IconVerticalSolidList"/>
    <dgm:cxn modelId="{3FE3AC8A-00C2-433C-968F-27AEBBEC3467}" type="presParOf" srcId="{99D86EDF-2526-459E-8E3E-92E6D47C0809}" destId="{28D8EFA3-50F4-454D-960C-53A3623F9457}" srcOrd="3" destOrd="0" presId="urn:microsoft.com/office/officeart/2018/2/layout/IconVerticalSolidList"/>
    <dgm:cxn modelId="{78591278-11CA-4E12-B5F2-391C002FB7AD}" type="presParOf" srcId="{99D86EDF-2526-459E-8E3E-92E6D47C0809}" destId="{AF974184-44E6-4F73-924E-914EA57660A4}" srcOrd="4" destOrd="0" presId="urn:microsoft.com/office/officeart/2018/2/layout/IconVerticalSolidList"/>
    <dgm:cxn modelId="{06939AFE-442E-4728-8FA7-69458F30E9D2}" type="presParOf" srcId="{AF974184-44E6-4F73-924E-914EA57660A4}" destId="{BC61CF2B-73BF-4769-9D5D-19CB62FD9446}" srcOrd="0" destOrd="0" presId="urn:microsoft.com/office/officeart/2018/2/layout/IconVerticalSolidList"/>
    <dgm:cxn modelId="{4CA789E1-CA15-4381-91F9-3206204CB707}" type="presParOf" srcId="{AF974184-44E6-4F73-924E-914EA57660A4}" destId="{E357F7A6-D543-4726-AE68-A0C272EE1016}" srcOrd="1" destOrd="0" presId="urn:microsoft.com/office/officeart/2018/2/layout/IconVerticalSolidList"/>
    <dgm:cxn modelId="{9A638739-8FCA-4DFD-AD2E-9FF68FECBCBD}" type="presParOf" srcId="{AF974184-44E6-4F73-924E-914EA57660A4}" destId="{E1451B8C-3709-4A36-822A-18C8A42D160E}" srcOrd="2" destOrd="0" presId="urn:microsoft.com/office/officeart/2018/2/layout/IconVerticalSolidList"/>
    <dgm:cxn modelId="{13C22A01-D982-40F8-8007-9C126B54E237}" type="presParOf" srcId="{AF974184-44E6-4F73-924E-914EA57660A4}" destId="{6EE597E8-F614-4475-9C66-68DC64D4A0F2}" srcOrd="3" destOrd="0" presId="urn:microsoft.com/office/officeart/2018/2/layout/IconVerticalSolidList"/>
    <dgm:cxn modelId="{8BCC2594-D4C8-4484-A8E5-5A38466E6783}" type="presParOf" srcId="{AF974184-44E6-4F73-924E-914EA57660A4}" destId="{653B5073-B2D3-47A2-9D15-AB93414E6803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4BA995-6FEC-4C32-A4E5-6CB259E29055}">
      <dsp:nvSpPr>
        <dsp:cNvPr id="0" name=""/>
        <dsp:cNvSpPr/>
      </dsp:nvSpPr>
      <dsp:spPr>
        <a:xfrm>
          <a:off x="0" y="2305"/>
          <a:ext cx="9156192" cy="107794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C30A91-4C2D-47B0-88B7-2C98E17C5EA5}">
      <dsp:nvSpPr>
        <dsp:cNvPr id="0" name=""/>
        <dsp:cNvSpPr/>
      </dsp:nvSpPr>
      <dsp:spPr>
        <a:xfrm>
          <a:off x="326078" y="244843"/>
          <a:ext cx="592870" cy="5928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2DB301-0D3D-48AC-A056-2F69CD70E39B}">
      <dsp:nvSpPr>
        <dsp:cNvPr id="0" name=""/>
        <dsp:cNvSpPr/>
      </dsp:nvSpPr>
      <dsp:spPr>
        <a:xfrm>
          <a:off x="1245027" y="2305"/>
          <a:ext cx="4120286" cy="1077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83" tIns="114083" rIns="114083" bIns="11408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Employer:</a:t>
          </a:r>
        </a:p>
      </dsp:txBody>
      <dsp:txXfrm>
        <a:off x="1245027" y="2305"/>
        <a:ext cx="4120286" cy="1077946"/>
      </dsp:txXfrm>
    </dsp:sp>
    <dsp:sp modelId="{14D7610F-EF01-4880-8BD5-7BCB7F5204EA}">
      <dsp:nvSpPr>
        <dsp:cNvPr id="0" name=""/>
        <dsp:cNvSpPr/>
      </dsp:nvSpPr>
      <dsp:spPr>
        <a:xfrm>
          <a:off x="5365314" y="2305"/>
          <a:ext cx="3789660" cy="1077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83" tIns="114083" rIns="114083" bIns="114083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Dashboard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Employer List and Applicant list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Employer Profile Pages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Job List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Application Page</a:t>
          </a:r>
        </a:p>
      </dsp:txBody>
      <dsp:txXfrm>
        <a:off x="5365314" y="2305"/>
        <a:ext cx="3789660" cy="1077946"/>
      </dsp:txXfrm>
    </dsp:sp>
    <dsp:sp modelId="{4623C154-7B14-4953-AEF4-153252886ABE}">
      <dsp:nvSpPr>
        <dsp:cNvPr id="0" name=""/>
        <dsp:cNvSpPr/>
      </dsp:nvSpPr>
      <dsp:spPr>
        <a:xfrm>
          <a:off x="0" y="1349737"/>
          <a:ext cx="9156192" cy="107794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BBC0A0-4F5C-49BB-9455-F65BD51B1EAF}">
      <dsp:nvSpPr>
        <dsp:cNvPr id="0" name=""/>
        <dsp:cNvSpPr/>
      </dsp:nvSpPr>
      <dsp:spPr>
        <a:xfrm>
          <a:off x="326078" y="1592275"/>
          <a:ext cx="592870" cy="5928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88A4AE-CA44-470C-919C-7B276EB9EEC7}">
      <dsp:nvSpPr>
        <dsp:cNvPr id="0" name=""/>
        <dsp:cNvSpPr/>
      </dsp:nvSpPr>
      <dsp:spPr>
        <a:xfrm>
          <a:off x="1245027" y="1349737"/>
          <a:ext cx="4120286" cy="1077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83" tIns="114083" rIns="114083" bIns="11408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Freelancer:</a:t>
          </a:r>
        </a:p>
      </dsp:txBody>
      <dsp:txXfrm>
        <a:off x="1245027" y="1349737"/>
        <a:ext cx="4120286" cy="1077946"/>
      </dsp:txXfrm>
    </dsp:sp>
    <dsp:sp modelId="{7AA50111-C561-46E8-8402-F7A6C641D18F}">
      <dsp:nvSpPr>
        <dsp:cNvPr id="0" name=""/>
        <dsp:cNvSpPr/>
      </dsp:nvSpPr>
      <dsp:spPr>
        <a:xfrm>
          <a:off x="5365314" y="1349737"/>
          <a:ext cx="3789660" cy="1077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83" tIns="114083" rIns="114083" bIns="114083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Dashboard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Job List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Employer List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Access to Employer’s contact page</a:t>
          </a:r>
        </a:p>
      </dsp:txBody>
      <dsp:txXfrm>
        <a:off x="5365314" y="1349737"/>
        <a:ext cx="3789660" cy="1077946"/>
      </dsp:txXfrm>
    </dsp:sp>
    <dsp:sp modelId="{BC61CF2B-73BF-4769-9D5D-19CB62FD9446}">
      <dsp:nvSpPr>
        <dsp:cNvPr id="0" name=""/>
        <dsp:cNvSpPr/>
      </dsp:nvSpPr>
      <dsp:spPr>
        <a:xfrm>
          <a:off x="0" y="2697170"/>
          <a:ext cx="9156192" cy="107794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57F7A6-D543-4726-AE68-A0C272EE1016}">
      <dsp:nvSpPr>
        <dsp:cNvPr id="0" name=""/>
        <dsp:cNvSpPr/>
      </dsp:nvSpPr>
      <dsp:spPr>
        <a:xfrm>
          <a:off x="326078" y="2939708"/>
          <a:ext cx="592870" cy="5928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E597E8-F614-4475-9C66-68DC64D4A0F2}">
      <dsp:nvSpPr>
        <dsp:cNvPr id="0" name=""/>
        <dsp:cNvSpPr/>
      </dsp:nvSpPr>
      <dsp:spPr>
        <a:xfrm>
          <a:off x="1245027" y="2697170"/>
          <a:ext cx="4120286" cy="1077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83" tIns="114083" rIns="114083" bIns="11408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Admin:</a:t>
          </a:r>
        </a:p>
      </dsp:txBody>
      <dsp:txXfrm>
        <a:off x="1245027" y="2697170"/>
        <a:ext cx="4120286" cy="1077946"/>
      </dsp:txXfrm>
    </dsp:sp>
    <dsp:sp modelId="{653B5073-B2D3-47A2-9D15-AB93414E6803}">
      <dsp:nvSpPr>
        <dsp:cNvPr id="0" name=""/>
        <dsp:cNvSpPr/>
      </dsp:nvSpPr>
      <dsp:spPr>
        <a:xfrm>
          <a:off x="5365314" y="2697170"/>
          <a:ext cx="3789660" cy="1077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83" tIns="114083" rIns="114083" bIns="114083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All other users functionalities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Detailed Lists with Ids and Password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Edit / Delete Data</a:t>
          </a:r>
        </a:p>
      </dsp:txBody>
      <dsp:txXfrm>
        <a:off x="5365314" y="2697170"/>
        <a:ext cx="3789660" cy="10779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EA1E-98C4-4A2E-AAC3-800E357DC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9144000" cy="279806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6B1FA-5AE6-4D57-B37B-4AA021600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2000"/>
            <a:ext cx="9144000" cy="152704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49B66-DBC3-45EE-A6E1-DE10A6C1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3/17/2021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1085F0-1967-4B4F-9824-58E9F2E0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EDEE5-31B5-4868-8C16-47FF43E2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66351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5BB2-C09C-49B0-BAFA-DE1801CD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47C21-944D-47FE-9519-A25518837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CE36D-6B7B-4D5E-831E-34A4286D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AD668-6E19-425C-88F7-AF422066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05C53-CF7C-4936-9E35-1BEBD683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877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46C78-A717-4E1F-A742-FD5AECA0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1270D-CCAE-4437-A0C0-052D111DF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4572000"/>
            <a:ext cx="91440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F006A-7EEE-4DB0-8F92-D34C0D46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F2ED-2B0E-44A9-8603-286CA063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D801C-6B4E-40B6-9D6E-55819226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51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446AA-9418-4C3E-901B-8E280612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97482-2CA6-4707-976E-6FD4B57BF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7904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09652-DD12-479C-B639-9452CBA8C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792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EC7A6-AFB1-4989-A0B4-B422D5B2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3/17/2021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2117C-B497-4647-A66B-1887750F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8C7AF-5092-416B-B61C-F41D3C57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89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0CDE0-3FEB-42A0-8BCC-7DADE7D4A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5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78B8B-E9A3-44BE-85A6-3E316659A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7904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F1BCA-A435-4779-A6FE-15207141F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6792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9B1923-9749-49E3-88FA-75C326E67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6792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8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85A6-A4E6-4160-BE43-8146A989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24A80-0792-4B3B-BB5A-8B2BD9109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6116E-7A6D-485F-9FA2-25F94D4F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9ADCC-C5F2-4D90-B153-93DF5585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71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59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F683-796D-458C-9B32-A385D60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1F0BD-641B-4148-BCB3-2704218C8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1517904"/>
            <a:ext cx="5330952" cy="45811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8C843-B846-4456-9720-71B7D4FF4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A3A03-31BD-4E7E-879A-A1C71849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39078-7D38-4851-A363-B6BC179A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FF25E-A25D-47AA-94EB-580A74F0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70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83B4-9B31-4F73-9767-16363652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CFC30-8163-47A0-A97F-3F2C3A3BE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49240" y="764032"/>
            <a:ext cx="6089904" cy="533095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1B390-0C23-466E-987C-26420A5F0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CA7C-B9D0-4A72-8061-1E02AA15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EFC84-C9FE-4BFA-9B4E-4516A136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1A469-3EFC-4F94-8482-378582E1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41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9454-6F74-46A8-B299-4AF451BF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55CA9-A0BD-4609-9307-BAF987B26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E4293-851E-4FA2-BFF2-B646A423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907F5-F26D-4A91-8D70-AB54F8B4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ACBD8-D942-449E-A2B8-358CD136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120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50897-0C2E-420B-9A38-A8D5C1D72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50317" y="1517904"/>
            <a:ext cx="2220731" cy="454678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B2173-32A5-4677-A08F-DAB8FD430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17904" y="1517904"/>
            <a:ext cx="6562553" cy="45467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B124D-B801-4A6A-9DAF-EBC1B98F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F8DF-2544-45A5-B62B-BB7948FCC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C232D-131E-4BE6-8E2E-BAF5A308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17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B1D84C-7934-4E5B-B6E4-A1D6EC2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A990F-40AC-447A-964A-840C94A6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832A1-FFBA-48B6-B2D0-E5414F1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3F9AFA87-1417-4992-ABD9-27C3BC8CC883}" type="datetimeFigureOut">
              <a:rPr lang="en-US" smtClean="0"/>
              <a:pPr algn="r"/>
              <a:t>3/17/2021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33EC1-4EE2-4453-841C-CFDFE708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BA78-E732-44EF-BA0B-FC42F793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9306479-8C4D-4E4A-A330-DFC80A8A01BE}"/>
              </a:ext>
            </a:extLst>
          </p:cNvPr>
          <p:cNvSpPr/>
          <p:nvPr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689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105000"/>
        </a:lnSpc>
        <a:spcBef>
          <a:spcPts val="900"/>
        </a:spcBef>
        <a:buClr>
          <a:schemeClr val="accent5"/>
        </a:buClr>
        <a:buFont typeface="Avenir Next LT Pro" panose="020B0504020202020204" pitchFamily="34" charset="0"/>
        <a:buChar char="+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0080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05000"/>
        </a:lnSpc>
        <a:spcBef>
          <a:spcPts val="600"/>
        </a:spcBef>
        <a:buFontTx/>
        <a:buNone/>
        <a:defRPr sz="1800" i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86968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8">
            <a:extLst>
              <a:ext uri="{FF2B5EF4-FFF2-40B4-BE49-F238E27FC236}">
                <a16:creationId xmlns:a16="http://schemas.microsoft.com/office/drawing/2014/main" id="{9B45BA4C-9B54-4496-821F-9E0985CA9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E1BB9D-FAFF-4C3E-9E44-13F8FBABC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A8DDC302-DBEC-4742-B54B-5E9AAFE96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430001" cy="6858000"/>
          </a:xfrm>
          <a:custGeom>
            <a:avLst/>
            <a:gdLst>
              <a:gd name="connsiteX0" fmla="*/ 0 w 11430001"/>
              <a:gd name="connsiteY0" fmla="*/ 0 h 6858000"/>
              <a:gd name="connsiteX1" fmla="*/ 5330522 w 11430001"/>
              <a:gd name="connsiteY1" fmla="*/ 0 h 6858000"/>
              <a:gd name="connsiteX2" fmla="*/ 5334002 w 11430001"/>
              <a:gd name="connsiteY2" fmla="*/ 0 h 6858000"/>
              <a:gd name="connsiteX3" fmla="*/ 5334002 w 11430001"/>
              <a:gd name="connsiteY3" fmla="*/ 762270 h 6858000"/>
              <a:gd name="connsiteX4" fmla="*/ 11430001 w 11430001"/>
              <a:gd name="connsiteY4" fmla="*/ 762270 h 6858000"/>
              <a:gd name="connsiteX5" fmla="*/ 11430001 w 11430001"/>
              <a:gd name="connsiteY5" fmla="*/ 6094807 h 6858000"/>
              <a:gd name="connsiteX6" fmla="*/ 5330522 w 11430001"/>
              <a:gd name="connsiteY6" fmla="*/ 6094807 h 6858000"/>
              <a:gd name="connsiteX7" fmla="*/ 5330522 w 11430001"/>
              <a:gd name="connsiteY7" fmla="*/ 6858000 h 6858000"/>
              <a:gd name="connsiteX8" fmla="*/ 0 w 11430001"/>
              <a:gd name="connsiteY8" fmla="*/ 6858000 h 6858000"/>
              <a:gd name="connsiteX9" fmla="*/ 0 w 11430001"/>
              <a:gd name="connsiteY9" fmla="*/ 609480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30001" h="6858000">
                <a:moveTo>
                  <a:pt x="0" y="0"/>
                </a:moveTo>
                <a:lnTo>
                  <a:pt x="5330522" y="0"/>
                </a:lnTo>
                <a:lnTo>
                  <a:pt x="5334002" y="0"/>
                </a:lnTo>
                <a:lnTo>
                  <a:pt x="5334002" y="762270"/>
                </a:lnTo>
                <a:lnTo>
                  <a:pt x="11430001" y="762270"/>
                </a:lnTo>
                <a:lnTo>
                  <a:pt x="11430001" y="6094807"/>
                </a:lnTo>
                <a:lnTo>
                  <a:pt x="5330522" y="6094807"/>
                </a:lnTo>
                <a:lnTo>
                  <a:pt x="5330522" y="6858000"/>
                </a:lnTo>
                <a:lnTo>
                  <a:pt x="0" y="6858000"/>
                </a:lnTo>
                <a:lnTo>
                  <a:pt x="0" y="6094807"/>
                </a:lnTo>
                <a:close/>
              </a:path>
            </a:pathLst>
          </a:cu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38C017-E30F-403D-9B1C-7636FA9B6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2616" y="1517904"/>
            <a:ext cx="4579288" cy="2796945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Afrolance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52A93A-B461-426C-A4C2-BCA621370E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2616" y="4570807"/>
            <a:ext cx="4579288" cy="94288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Capstone Project</a:t>
            </a: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C078F5EA-729F-4F61-BC06-350592A017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" r="3" b="3"/>
          <a:stretch/>
        </p:blipFill>
        <p:spPr>
          <a:xfrm>
            <a:off x="20" y="758953"/>
            <a:ext cx="5327883" cy="53358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C4DD2B-B753-424C-9DDF-38F2B6820156}"/>
              </a:ext>
            </a:extLst>
          </p:cNvPr>
          <p:cNvSpPr txBox="1"/>
          <p:nvPr/>
        </p:nvSpPr>
        <p:spPr>
          <a:xfrm>
            <a:off x="9176176" y="5513696"/>
            <a:ext cx="14857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SE265 Walid Amar</a:t>
            </a:r>
          </a:p>
        </p:txBody>
      </p:sp>
    </p:spTree>
    <p:extLst>
      <p:ext uri="{BB962C8B-B14F-4D97-AF65-F5344CB8AC3E}">
        <p14:creationId xmlns:p14="http://schemas.microsoft.com/office/powerpoint/2010/main" val="737123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A1C39-14FA-4E03-AAAF-7F72F8488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Afrolance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40997-740F-4B8D-AEF0-60EE48492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Afrolance is a job recruiting website for inexperienced freelancers and company that want work to be done without paying an expert.</a:t>
            </a:r>
          </a:p>
          <a:p>
            <a:r>
              <a:rPr lang="en-US" dirty="0"/>
              <a:t>Afrolance is based on Africa.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99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136905-015B-4510-B514-027CBA846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CD0F97-2E5B-4E84-8544-EB24DED10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B272257-593A-402F-88FA-F1DECD9E3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000" y="762000"/>
            <a:ext cx="10668000" cy="545592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F2B01B-5D57-486A-9915-EA033AC71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3" y="1517903"/>
            <a:ext cx="4835492" cy="4578096"/>
          </a:xfrm>
        </p:spPr>
        <p:txBody>
          <a:bodyPr anchor="ctr">
            <a:normAutofit/>
          </a:bodyPr>
          <a:lstStyle/>
          <a:p>
            <a:r>
              <a:rPr lang="en-US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2F6FC-3B9D-4C4A-B237-AA32FA998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1183" y="1517904"/>
            <a:ext cx="3820719" cy="4578096"/>
          </a:xfrm>
        </p:spPr>
        <p:txBody>
          <a:bodyPr anchor="ctr">
            <a:normAutofit/>
          </a:bodyPr>
          <a:lstStyle/>
          <a:p>
            <a:pPr>
              <a:lnSpc>
                <a:spcPct val="95000"/>
              </a:lnSpc>
            </a:pPr>
            <a:r>
              <a:rPr lang="en-US" dirty="0"/>
              <a:t>Choice of type of user : Employer or Freelancer</a:t>
            </a:r>
          </a:p>
          <a:p>
            <a:pPr>
              <a:lnSpc>
                <a:spcPct val="95000"/>
              </a:lnSpc>
            </a:pPr>
            <a:r>
              <a:rPr lang="en-US" dirty="0"/>
              <a:t>Sign / Up</a:t>
            </a:r>
          </a:p>
          <a:p>
            <a:pPr>
              <a:lnSpc>
                <a:spcPct val="95000"/>
              </a:lnSpc>
            </a:pPr>
            <a:r>
              <a:rPr lang="en-US" dirty="0"/>
              <a:t>Data Validation</a:t>
            </a:r>
          </a:p>
          <a:p>
            <a:pPr>
              <a:lnSpc>
                <a:spcPct val="95000"/>
              </a:lnSpc>
            </a:pPr>
            <a:r>
              <a:rPr lang="en-US" dirty="0"/>
              <a:t>Login</a:t>
            </a:r>
          </a:p>
          <a:p>
            <a:pPr>
              <a:lnSpc>
                <a:spcPct val="95000"/>
              </a:lnSpc>
            </a:pPr>
            <a:r>
              <a:rPr lang="en-US" dirty="0"/>
              <a:t>Access restriction depending on user</a:t>
            </a:r>
          </a:p>
          <a:p>
            <a:pPr>
              <a:lnSpc>
                <a:spcPct val="95000"/>
              </a:lnSpc>
            </a:pPr>
            <a:r>
              <a:rPr lang="en-US" dirty="0"/>
              <a:t>Job Posting</a:t>
            </a:r>
          </a:p>
          <a:p>
            <a:pPr>
              <a:lnSpc>
                <a:spcPct val="95000"/>
              </a:lnSpc>
            </a:pPr>
            <a:r>
              <a:rPr lang="en-US" dirty="0"/>
              <a:t>Job Listing</a:t>
            </a:r>
          </a:p>
        </p:txBody>
      </p:sp>
    </p:spTree>
    <p:extLst>
      <p:ext uri="{BB962C8B-B14F-4D97-AF65-F5344CB8AC3E}">
        <p14:creationId xmlns:p14="http://schemas.microsoft.com/office/powerpoint/2010/main" val="3796999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39F80-F30D-4A7A-819F-D759AA9D5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 Accesses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C14CB4-A49D-4903-AD6A-E2D591DE7A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7958580"/>
              </p:ext>
            </p:extLst>
          </p:nvPr>
        </p:nvGraphicFramePr>
        <p:xfrm>
          <a:off x="1517904" y="2321626"/>
          <a:ext cx="9156192" cy="37774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5600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4136905-015B-4510-B514-027CBA846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A881D-4438-4299-AE98-8D3F8527D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8880" y="2756442"/>
            <a:ext cx="6028536" cy="1345115"/>
          </a:xfrm>
        </p:spPr>
        <p:txBody>
          <a:bodyPr>
            <a:normAutofit/>
          </a:bodyPr>
          <a:lstStyle/>
          <a:p>
            <a:r>
              <a:rPr lang="en-US" dirty="0"/>
              <a:t>Login / Sign Up Pages (New)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FF9E48-B3FE-4AEC-8526-F84A54A9FB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" b="6892"/>
          <a:stretch/>
        </p:blipFill>
        <p:spPr>
          <a:xfrm>
            <a:off x="1" y="10"/>
            <a:ext cx="4654296" cy="22859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03B3B6-3B4B-4971-A5C1-C859E7E4A9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" b="5548"/>
          <a:stretch/>
        </p:blipFill>
        <p:spPr>
          <a:xfrm>
            <a:off x="1" y="2286000"/>
            <a:ext cx="4654296" cy="2286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98FF21-F676-4D5E-8C1B-415EF1278F3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" b="6448"/>
          <a:stretch/>
        </p:blipFill>
        <p:spPr>
          <a:xfrm>
            <a:off x="20" y="4572000"/>
            <a:ext cx="4654276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741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5AF5A1-4884-4FBA-B1BB-80A2939EA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9524"/>
            <a:ext cx="12192000" cy="6867524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A8C16DA-E452-4500-B803-5D451BB09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1999" y="757238"/>
            <a:ext cx="10668000" cy="533400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DAAAFA86-CA64-448F-BA59-D9B3F242AE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03" r="24548" b="2"/>
          <a:stretch/>
        </p:blipFill>
        <p:spPr>
          <a:xfrm>
            <a:off x="761998" y="743801"/>
            <a:ext cx="5333999" cy="53492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6A7943-7089-4A27-B243-E1A31F50B9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902" r="23730"/>
          <a:stretch/>
        </p:blipFill>
        <p:spPr>
          <a:xfrm>
            <a:off x="6095999" y="743805"/>
            <a:ext cx="5333999" cy="534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534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: Shape 23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3" name="Rectangle 25">
            <a:extLst>
              <a:ext uri="{FF2B5EF4-FFF2-40B4-BE49-F238E27FC236}">
                <a16:creationId xmlns:a16="http://schemas.microsoft.com/office/drawing/2014/main" id="{220E33D0-A190-4F8A-9DB6-C531C95CA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1330BE-5438-44A3-A180-E71ABB8D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1" y="4155176"/>
            <a:ext cx="10668000" cy="14767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/>
              <a:t>Major Programming Hurdle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1A31E5-0CD1-45D8-B88A-52113AB8B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3" y="1567134"/>
            <a:ext cx="2338453" cy="1371123"/>
          </a:xfrm>
          <a:prstGeom prst="rect">
            <a:avLst/>
          </a:prstGeom>
        </p:spPr>
      </p:pic>
      <p:pic>
        <p:nvPicPr>
          <p:cNvPr id="6" name="Picture 5" descr="Graphical user interface&#10;&#10;Description automatically generated">
            <a:extLst>
              <a:ext uri="{FF2B5EF4-FFF2-40B4-BE49-F238E27FC236}">
                <a16:creationId xmlns:a16="http://schemas.microsoft.com/office/drawing/2014/main" id="{40CC9590-CB4D-4CE7-A9AE-A34A46C06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1933" y="1631471"/>
            <a:ext cx="2361539" cy="12457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741844-32DC-45EA-8277-BABCF5184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7999" y="1772019"/>
            <a:ext cx="2359152" cy="961354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7E529E-5753-47D5-A10E-8A72FF23D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1677" y="1634423"/>
            <a:ext cx="2361539" cy="123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522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6301C-7C1B-4892-803A-24226F7DE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I had more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C60A7-BC97-40F8-9508-47FE1C450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Sorting Data</a:t>
            </a:r>
          </a:p>
          <a:p>
            <a:r>
              <a:rPr lang="en-US" dirty="0"/>
              <a:t>Search function for all Data types</a:t>
            </a:r>
          </a:p>
          <a:p>
            <a:r>
              <a:rPr lang="en-US" dirty="0"/>
              <a:t>Take time to understand the foreign key functionalities in </a:t>
            </a:r>
            <a:r>
              <a:rPr lang="en-US" dirty="0" err="1"/>
              <a:t>ASP.Net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493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6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6" name="Rectangle 8">
            <a:extLst>
              <a:ext uri="{FF2B5EF4-FFF2-40B4-BE49-F238E27FC236}">
                <a16:creationId xmlns:a16="http://schemas.microsoft.com/office/drawing/2014/main" id="{9B45BA4C-9B54-4496-821F-9E0985CA9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85E1BB9D-FAFF-4C3E-9E44-13F8FBABC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2">
            <a:extLst>
              <a:ext uri="{FF2B5EF4-FFF2-40B4-BE49-F238E27FC236}">
                <a16:creationId xmlns:a16="http://schemas.microsoft.com/office/drawing/2014/main" id="{47C897C6-901F-410E-B2AC-162ED94B0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000" y="762000"/>
            <a:ext cx="10668000" cy="533400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8C7D34-16BA-4E7D-99F5-A5D23565C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27980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79297418"/>
      </p:ext>
    </p:extLst>
  </p:cSld>
  <p:clrMapOvr>
    <a:masterClrMapping/>
  </p:clrMapOvr>
</p:sld>
</file>

<file path=ppt/theme/theme1.xml><?xml version="1.0" encoding="utf-8"?>
<a:theme xmlns:a="http://schemas.openxmlformats.org/drawingml/2006/main" name="PrismaticVTI">
  <a:themeElements>
    <a:clrScheme name="AnalogousFromLightSeedLeftStep">
      <a:dk1>
        <a:srgbClr val="000000"/>
      </a:dk1>
      <a:lt1>
        <a:srgbClr val="FFFFFF"/>
      </a:lt1>
      <a:dk2>
        <a:srgbClr val="412E24"/>
      </a:dk2>
      <a:lt2>
        <a:srgbClr val="E2E8E8"/>
      </a:lt2>
      <a:accent1>
        <a:srgbClr val="D0908C"/>
      </a:accent1>
      <a:accent2>
        <a:srgbClr val="C67290"/>
      </a:accent2>
      <a:accent3>
        <a:srgbClr val="D08CC1"/>
      </a:accent3>
      <a:accent4>
        <a:srgbClr val="B672C6"/>
      </a:accent4>
      <a:accent5>
        <a:srgbClr val="A78CD0"/>
      </a:accent5>
      <a:accent6>
        <a:srgbClr val="7274C6"/>
      </a:accent6>
      <a:hlink>
        <a:srgbClr val="578D90"/>
      </a:hlink>
      <a:folHlink>
        <a:srgbClr val="7F7F7F"/>
      </a:folHlink>
    </a:clrScheme>
    <a:fontScheme name="Custom 166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smaticVTI" id="{DA44D624-A564-4DE8-8446-0CD5C485C979}" vid="{8B2B1550-B69C-4156-BAEC-B2E559F94BD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144</Words>
  <Application>Microsoft Office PowerPoint</Application>
  <PresentationFormat>Widescreen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Aharoni</vt:lpstr>
      <vt:lpstr>Arial</vt:lpstr>
      <vt:lpstr>Avenir Next LT Pro</vt:lpstr>
      <vt:lpstr>PrismaticVTI</vt:lpstr>
      <vt:lpstr>Afrolance</vt:lpstr>
      <vt:lpstr>Afrolance Overview</vt:lpstr>
      <vt:lpstr>Features</vt:lpstr>
      <vt:lpstr>Users Accesses</vt:lpstr>
      <vt:lpstr>Login / Sign Up Pages (New)</vt:lpstr>
      <vt:lpstr>PowerPoint Presentation</vt:lpstr>
      <vt:lpstr>Major Programming Hurdle</vt:lpstr>
      <vt:lpstr>If I had more time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Amar, Walid</dc:creator>
  <cp:lastModifiedBy>Amar, Walid</cp:lastModifiedBy>
  <cp:revision>24</cp:revision>
  <dcterms:created xsi:type="dcterms:W3CDTF">2021-03-16T13:22:21Z</dcterms:created>
  <dcterms:modified xsi:type="dcterms:W3CDTF">2021-03-18T03:53:24Z</dcterms:modified>
</cp:coreProperties>
</file>